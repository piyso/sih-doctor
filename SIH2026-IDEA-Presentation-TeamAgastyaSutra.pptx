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Software/Hardware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8" name="Picture 37" descr="page_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Detailed explanation of the proposed solution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 How it addresses the problem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Innovation and uniqueness of the solution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5363" name="Picture 15362" descr="page_0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Technologies to be used (e.g. programming languages, frameworks, hardware)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Methodology and process for implementation (Flow Charts/Images/ working prototype)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page_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Potential challenges and risks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Strategies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for overcoming these challenges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page_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Potential impact on the target audience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Benefits of the solution (social, economic, environmental, etc.)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page_0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page_0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